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>
                <a:solidFill>
                  <a:srgbClr val="FAF9F6"/>
                </a:solidFill>
              </a:rPr>
              <a:t>Lamer Konekte</a:t>
            </a:r>
          </a:p>
          <a:p>
            <a:r>
              <a:rPr sz="2800" i="1">
                <a:solidFill>
                  <a:srgbClr val="FF6B57"/>
                </a:solidFill>
              </a:rPr>
              <a:t>Lapes pli konekte. Desizion pli informe.</a:t>
            </a:r>
          </a:p>
          <a:p>
            <a:r>
              <a:rPr sz="1800">
                <a:solidFill>
                  <a:srgbClr val="DEF2F1"/>
                </a:solidFill>
              </a:rPr>
              <a:t>Team Ctrl200 · Gemma 4 Hackathon · Multimodal Track · Blue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9AAA"/>
                </a:solidFill>
              </a:rPr>
              <a:t>0:00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9F6"/>
                </a:solidFill>
              </a:rPr>
              <a:t>A fisher's morning, unconnected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Paper catch declarations → national statistics arrive late and incomplete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Marine forecasts scattered across sources not written for fishers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Regulations like the octopus closure reach the lagoon second-hand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6B57"/>
                </a:solidFill>
              </a:rPr>
              <a:t>And almost none of it exists in Morisyen — the language fishers speak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9AAA"/>
                </a:solidFill>
              </a:rPr>
              <a:t>0:25 — NATIONAL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9F6"/>
                </a:solidFill>
              </a:rPr>
              <a:t>The Blue Economy's invisible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Artisanal fishing feeds Mauritius, but its smallest actors are invisible to its data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No structured catch records → no evidence base for sustainable management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Digitisation keeps failing when it isn't built in the fisher's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9AAA"/>
                </a:solidFill>
              </a:rPr>
              <a:t>0:50 — WHY GEMMA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9F6"/>
                </a:solidFill>
              </a:rPr>
              <a:t>Why Gemma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One model — gemma-4-26b-a4b-it via the official google-genai SDK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Photo understanding + Morisyen + structured JSON + native function calling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Candidate shortlist retrieval: Gemma suggests ONLY from allowed species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Gemma family scales down (E2B/E4B) → a credible on-device roadmap for offline lagoons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6B57"/>
                </a:solidFill>
              </a:rPr>
              <a:t>Bounded by design: suggest, never declare · no legality · no invented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9AAA"/>
                </a:solidFill>
              </a:rPr>
              <a:t>1:15 — LIVE DEMO · FUNCTION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9F6"/>
                </a:solidFill>
              </a:rPr>
              <a:t>Moment 1 — Before the 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“Ki kalite lamer ena dan Grand Baie zordi?”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Gemma selects get_marine_conditions → Open-Meteo waves, swell, sea temperature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Function trace with latency shown on the Technical Proof page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6B57"/>
                </a:solidFill>
              </a:rPr>
              <a:t>Mandatory disclaimer: informational only — confirm official advisories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9AAA"/>
                </a:solidFill>
              </a:rPr>
              <a:t>2:00 — LIVE DEMO · CATCH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9F6"/>
                </a:solidFill>
              </a:rPr>
              <a:t>Moment 2 — On the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Photo → quality gate (blurry photos never spend tokens)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Constrained suggestion + visible characteristics + honest confidence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Fisher CONFIRMS or corrects — mandatory, always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Measured length with a ruler → deterministic, source-attributed rule check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6B57"/>
                </a:solidFill>
              </a:rPr>
              <a:t>29 July: no closure · simulated 1 September (badged): closed season, 2016 regulations, ‘provisional’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9AAA"/>
                </a:solidFill>
              </a:rPr>
              <a:t>3:10 — LIVE DEMO · LOG &amp; DECLARATION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9F6"/>
                </a:solidFill>
              </a:rPr>
              <a:t>Moment 3 — Back ashore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Catch log + today report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Offline-first: IndexedDB queue syncs when connectivity returns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Declaration draft → PDF → demonstration receipt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6B57"/>
                </a:solidFill>
              </a:rPr>
              <a:t>Clearly labelled MOCK ministry endpoint — never presented as real government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9AAA"/>
                </a:solidFill>
              </a:rPr>
              <a:t>3:50 — TECHNICAL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9F6"/>
                </a:solidFill>
              </a:rPr>
              <a:t>Engineering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12 allow-listed functions · Pydantic-validated · explicit dispatch · redacted traces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44 backend tests: rule boundaries, prompt injection, privacy, secret hygiene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Prototype benchmark: 32 Morisyen cases · 100% schema validity · 0 safety failures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Training: QLoRA notebooks + leakage-safe data, push-button on Kaggle — status reported honestly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6B57"/>
                </a:solidFill>
              </a:rPr>
              <a:t>Provider badge on every response: hosted / mock / local, with real_inference flag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9AAA"/>
                </a:solidFill>
              </a:rPr>
              <a:t>4:20 — MORISYEN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9F6"/>
                </a:solidFill>
              </a:rPr>
              <a:t>Morisyen-first,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Entire UI in Kreol Morisien and English (~90 strings each)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Every analysis answers in both languages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Species names marked provisional until native-speaker review — never guessed silently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Licensed dataset: 60 iNaturalist photos, 5 Mauritian species, full attribution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6B57"/>
                </a:solidFill>
              </a:rPr>
              <a:t>4:45 —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9F6"/>
                </a:solidFill>
              </a:rPr>
              <a:t>From paper to policy-grade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A working preview of digital catch declarations for the Blue Economy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Humans confirm everything that matters; deterministic code owns the law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DEF2F1"/>
                </a:solidFill>
              </a:rPr>
              <a:t>Next: native-speaker review · ministry schema consultation · Gemma E2B edge pilot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6B57"/>
                </a:solidFill>
              </a:rPr>
              <a:t>Limitation on every screen: verify suggestions and rules with official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